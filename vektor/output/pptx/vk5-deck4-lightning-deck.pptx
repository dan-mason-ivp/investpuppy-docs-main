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743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459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260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5661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062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7665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066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3268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669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6070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2471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/mnt/user-data/uploads/VEKTOR-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822960"/>
            <a:ext cx="3291840" cy="11521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/ EVENT PRESENTATION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371600" y="2578608"/>
            <a:ext cx="6400800" cy="0"/>
          </a:xfrm>
          <a:prstGeom prst="line">
            <a:avLst/>
          </a:prstGeom>
          <a:noFill/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Size Fits None.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1097280" y="3730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wealth teams the quantitative infrastructure institutional asset managers take for granted.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investpuppy.com  ·  contact@investpuppy.com  ·  For professional and institutional investors only</a:t>
            </a:r>
            <a:endParaRPr lang="en-US" sz="650" dirty="0"/>
          </a:p>
        </p:txBody>
      </p:sp>
      <p:pic>
        <p:nvPicPr>
          <p:cNvPr id="30" name="Picture 29" descr="IPHorizontal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000" y="4140000"/>
            <a:ext cx="1080000" cy="462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321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that generate genuine alpha have always required institutional infrastructure.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Spreadsheets don't cut it. Institutional platforms are out of reach. Retail robo-tools were built for someone else entirely.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735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wealth teams, boutique DPMs, and emerging market managers have been structurally excluded from the tools that their institutional competitors take for granted.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Lightning Deck</a:t>
            </a:r>
            <a:endParaRPr lang="en-US" sz="700" dirty="0"/>
          </a:p>
        </p:txBody>
      </p:sp>
      <p:pic>
        <p:nvPicPr>
          <p:cNvPr id="7" name="Picture 6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Eleven steps. From stock screening to funded positions.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38528" cy="9144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38528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38528" cy="9144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60120"/>
            <a:ext cx="1938528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241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87752" y="1517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efficiency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38528" cy="9144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1938528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241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36592" y="1517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per stock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38528" cy="9144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960120"/>
            <a:ext cx="1938528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2412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yrs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85432" y="1517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universe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63040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9344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9344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64208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(10K sims)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24912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71216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1216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926080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diversification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86784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33088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187952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48656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49824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review &amp; approval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10528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56832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11696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capital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772400" y="21579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0"/>
                </a:solidFill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918704" y="2011680"/>
            <a:ext cx="1115568" cy="6583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8704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973568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&amp; deploy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2852928"/>
            <a:ext cx="36576" cy="80467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" y="2852928"/>
            <a:ext cx="8375904" cy="804672"/>
          </a:xfrm>
          <a:prstGeom prst="rect">
            <a:avLst/>
          </a:prstGeom>
          <a:solidFill>
            <a:srgbClr val="161618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2898648"/>
            <a:ext cx="8156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listed equity market. Any currency. Any benchmark. Configure the exchange, lot sizes, and benchmark — the engine runs identically. SGX demonstrated live today. US, UK, EU all supported.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3749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investpuppy.com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Lightning Deck</a:t>
            </a:r>
            <a:endParaRPr lang="en-US" sz="700" dirty="0"/>
          </a:p>
        </p:txBody>
      </p:sp>
      <p:pic>
        <p:nvPicPr>
          <p:cNvPr id="52" name="Picture 51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Vektor gives wealth teams the quantitative infrastructure that institutional asset managers take for granted —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the cost, the complexity, or the minimum AUM that have always made it inaccessible.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3931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INVESTPUPPY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Lightning Deck</a:t>
            </a:r>
            <a:endParaRPr lang="en-US" sz="700" dirty="0"/>
          </a:p>
        </p:txBody>
      </p:sp>
      <p:pic>
        <p:nvPicPr>
          <p:cNvPr id="8" name="Picture 7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MANDATE PROGRAMME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to five slots. Currently open.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receive preferential pricing locked for the duration, direct access to the founding team, and formal input into the product roadmap.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14800" cy="265176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66420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ENQUIRE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DPMs managing listed equity mandates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59689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family offices building systematic capability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307238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teams currently using spreadsheet-based allocation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54787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firms seeking a quantitative overlay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114800" cy="2651760"/>
          </a:xfrm>
          <a:prstGeom prst="rect">
            <a:avLst/>
          </a:prstGeom>
          <a:solidFill>
            <a:srgbClr val="0D0D10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63440" y="166420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8032" y="21214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1488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/ visit investpuppy.com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5968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26243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mandate details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30723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792" y="30998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schedule a live demo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3547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35753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runs on your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Lightning Deck</a:t>
            </a:r>
            <a:endParaRPr lang="en-US" sz="700" dirty="0"/>
          </a:p>
        </p:txBody>
      </p:sp>
      <p:pic>
        <p:nvPicPr>
          <p:cNvPr id="24" name="Picture 23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user-data/uploads/VEKTOR-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914400"/>
            <a:ext cx="3108960" cy="1088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2286000"/>
            <a:ext cx="5486400" cy="0"/>
          </a:xfrm>
          <a:prstGeom prst="line">
            <a:avLst/>
          </a:prstGeom>
          <a:noFill/>
          <a:ln w="12700">
            <a:solidFill>
              <a:srgbClr val="5A5A6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At a Glance document — it is one page.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investpuppy.com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contact@investpuppy.com</a:t>
            </a:r>
            <a:endParaRPr lang="en-US" sz="1100" dirty="0"/>
          </a:p>
        </p:txBody>
      </p:sp>
      <p:pic>
        <p:nvPicPr>
          <p:cNvPr id="10" name="Picture 9" descr="IPHorizontal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000" y="4248000"/>
            <a:ext cx="1080000" cy="462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56000"/>
            <a:ext cx="82296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C8A96E"/>
                </a:solidFill>
                <a:latin typeface="Helvetica"/>
              </a:rPr>
              <a:t>Show us a mandate. We’ll show you the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Vektor — Lightning Deck</dc:title>
  <dc:subject>PptxGenJS Presentation</dc:subject>
  <dc:creator>PptxGenJS</dc:creator>
  <cp:lastModifiedBy>PptxGenJS</cp:lastModifiedBy>
  <cp:revision>1</cp:revision>
  <dcterms:created xsi:type="dcterms:W3CDTF">2026-05-05T08:04:34Z</dcterms:created>
  <dcterms:modified xsi:type="dcterms:W3CDTF">2026-05-05T08:04:34Z</dcterms:modified>
</cp:coreProperties>
</file>